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914400"/>
            <a:ext cx="3200400" cy="3200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828800"/>
            <a:ext cx="2011680" cy="201168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Artificial Intelligence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Intrusion Detection Systems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Survey &amp; Future Directions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08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31089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3108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31089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108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10896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1089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/ IoT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Paper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XAI + IDS matters right now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achieve 99%+ accuracy detecting attacks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analysts cannot see WHY something was flagged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= no trust = alert ignored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compliance becomes impossible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cause alert fatigue in SOC teams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XAI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AI explain its own decisions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features triggered the alert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analysts to trust and act on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EU AI Act &amp; GDPR compliance requirements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false positives through human-in-the-loop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Systems — 3 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networks are monitored for attacks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traffic against a database of known attack fingerprints.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antivirus — fast and accurate for known threats.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against zero-day (new) attacks.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Anomaly-Based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what 'normal' traffic looks like using ML.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anything that deviates from baseline.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detect new attacks — but higher false positive rate.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960120"/>
            <a:ext cx="2743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approaches together.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for known attacks + anomaly-based for unknowns.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production systems use this.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DATASETS USED IN RESEARCH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919472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91947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4919472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491947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CICIDS-2017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4919472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491947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4919472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91947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BoT-IoT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4919472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91947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N-BaIoT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35240" y="4919472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491947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5G-NIDD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XAI Techniques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explains its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783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game theory (Shapley values)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each feature's contribution to prediction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(overall model) &amp; Local (per alert)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is fast for Random Forest / XGBoost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guaranteed to be fair &amp; exact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3533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Interpretable Model-Agnostic Explanations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fake neighbours around one prediction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simple linear model locally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Explains: why was THIS specific packet flagged?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model (model-agnostic)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real-time incident response triage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02336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17520"/>
            <a:ext cx="64008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3649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Mechanisms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neural network architecture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weights to each time step in traffic sequence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WHEN model focused — not just which feature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computation needed post-training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SA-DNN (Paper 8) for IoT IDS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2336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01752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Extraction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3649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Logic Rules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human-readable rules from complex models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IF port=22 AND rate&gt;1000 THEN: brute force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intuitive for non-technical stakeholders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audit trails and legal compliance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less accurate than black-box models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Scope &amp; Key Statistics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papers synthesised across IDS + XAI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828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Surveyed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005840"/>
            <a:ext cx="1828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3172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(5G)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005840"/>
            <a:ext cx="1828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4340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 Covered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1005840"/>
            <a:ext cx="1828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5508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IDS Latency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8503920" cy="2606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77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SURVEY COVERS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98064"/>
            <a:ext cx="36576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797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Environments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9626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Traditional, IoT, Edge, 5G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798064"/>
            <a:ext cx="36576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7797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Architectures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29626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XGBoost, BiGRU, SA-DNN, CNN+MoE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798064"/>
            <a:ext cx="36576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7797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9626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Attention, Rule Extraction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92424"/>
            <a:ext cx="36576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3741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35570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NSL-KDD, CICIDS-2017, UNSW-NB15, BoT-IoT, 5G-NIDD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392424"/>
            <a:ext cx="36576" cy="34747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3741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35570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XAI, adversarial robustness, concept drift, encrypted traffic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Range: 2022 — 2025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47091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Journals: IEEE Access · Frontiers · Scientific Reports · arXiv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Reference Papers —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broad surveys to cutting-edge architectures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60120"/>
            <a:ext cx="1682496" cy="274320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9966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Capuano et al.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" y="1298448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1298448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9456" y="1527048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XAI-cybersecurity papers. SHAP &amp; LIME dominate. IEEE Access 2022.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960120"/>
            <a:ext cx="1682496" cy="274320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9966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12848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Rjoub et al.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75104" y="1298448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1298448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75104" y="1527048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Attack-to-XAI taxonomy for network threats. IEEE Trans. Net. Svc. Mgmt 2023.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75888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75888" y="960120"/>
            <a:ext cx="1682496" cy="274320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1608" y="9966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21608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68496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Mohale &amp; Obagbuwa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30752" y="1298448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1298448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 Review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30752" y="1527048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XAI in IDS. Lab-to-real-world gap identified. Frontiers AI 2025.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31536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31536" y="960120"/>
            <a:ext cx="1682496" cy="274320"/>
          </a:xfrm>
          <a:prstGeom prst="rect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77256" y="9966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77256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24144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Mohale &amp; Obagbuwa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0" y="1298448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298448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0" y="1527048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 on UNSW-NB15. SHAP reveals top network features. Frontiers CS 2025.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87184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87184" y="960120"/>
            <a:ext cx="1682496" cy="274320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32904" y="996696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32904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479792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Elmrabit et al.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42048" y="1298448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1298448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242048" y="1527048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for IDS survey. SHAP, LIME, rule-based. Bournemouth Univ. 2023.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" y="2624328"/>
            <a:ext cx="1682496" cy="274320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0312" y="266090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7200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Grabowski &amp; Xu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19456" y="2962656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" y="2962656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19456" y="3191256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SHAP+LIME platform. Combined methods beat either alone. J. Cybersec. Edu. 2025.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920240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2624328"/>
            <a:ext cx="1682496" cy="274320"/>
          </a:xfrm>
          <a:prstGeom prst="rect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65960" y="266090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6596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212848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Obagbuwa et al.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975104" y="2962656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75104" y="2962656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XAI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975104" y="3191256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XAI for network IDS. Computers &amp; Security 2026 (in press).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75888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75888" y="2624328"/>
            <a:ext cx="1682496" cy="27432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21608" y="26609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21608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968496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Jayaprakash et al.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730752" y="2962656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30752" y="2962656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SA-DNN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730752" y="3191256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DNN + LFG for IoT IDS. 99.3–99.6%. SHAP+LIME+Attention. Sci Reports 2025.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431536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31536" y="2624328"/>
            <a:ext cx="1682496" cy="27432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77256" y="26609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77256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724144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Badri, Alghazzawi et al.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486400" y="2962656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0" y="2962656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IDS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486400" y="3191256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HED-ID: BiGRU + Grey Wolf Opt. 18–22ms latency, 92–115MB RAM. Sci Reports 2025.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187184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87184" y="2624328"/>
            <a:ext cx="1682496" cy="274320"/>
          </a:xfrm>
          <a:prstGeom prst="rect">
            <a:avLst/>
          </a:prstGeom>
          <a:solidFill>
            <a:srgbClr val="F472B6">
              <a:alpha val="45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32904" y="2660904"/>
            <a:ext cx="201168" cy="20116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32904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479792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Ilias, Doukas et al.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242048" y="2962656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F472B6">
              <a:alpha val="7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42048" y="2962656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MoE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7242048" y="3191256"/>
            <a:ext cx="15727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MoE IDS for 5G. CNN + sparse experts. 99.96% on 5G-NIDD. arXiv 2024.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20040" y="486460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IEEE Access · IEEE TNSM · Frontiers AI/CS · Bournemouth Univ. · J. Cybersec. Edu. · Computers &amp; Security · Scientific Reports · arXiv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Architectures — Papers 8, 9, 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IDS for IoT, Edge &amp; 5G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4069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8 — IoT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SA-DNN + LFG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187452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Jayaprakash et al. | Scientific Reports 2025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176272"/>
            <a:ext cx="252374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Deep Neural Network for IoT traffic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Feature Gating auto-selects relevant channels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explanation: Attention + SHAP + LIME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99.3–99.6% accuracy on BoT-IoT &amp; N-BaIoT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continuous IoT sensor data streams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4069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9 — 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5727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HED-ID BiGRU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187452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Badri et al. | Scientific Reports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5848" y="2176272"/>
            <a:ext cx="252374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Bidirectional GRU reads traffic forward &amp; backward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Wolf Optimization shrinks model for edge hardware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18–22 ms inference latency — real-time capable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92–115 MB RAM — fits on edge routers &amp; gateways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maintained despite compression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960120"/>
            <a:ext cx="2743200" cy="4069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10 — 5G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15727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MoE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81928" y="1874520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Ilias et al. | arXiv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81928" y="2176272"/>
            <a:ext cx="2523744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Mixture of Experts IDS for 5G networks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traffic features → 2D matrix → CNN pattern extraction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expert routing: only relevant experts activate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 accuracy on real 5G testbed (5G-NIDD dataset)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which expert focused on what features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has NOT yet solved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88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2471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XAI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18488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KernelSHAP takes minutes per prediction. Too slow for live traffic monitoring at scale. Need sub-100ms explanation methods.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88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0972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04488" y="112471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XAI Attacks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1618488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can manipulate SHAP values to mislead analysts while evading detection. Explanations become a new attack surface.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88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10972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48856" y="112471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Standard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1618488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agreed metric for explanation quality. Can't compare SHAP in Paper 4 vs attention in Paper 8 — measured differently.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53512"/>
            <a:ext cx="2788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90672"/>
            <a:ext cx="411480" cy="411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11810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Traffic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 of traffic is encrypted (TLS/HTTPS). IDS can only see metadata. XAI explanations become weaker with less input data.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4408" y="2953512"/>
            <a:ext cx="2788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01568" y="3090672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04488" y="311810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Constraints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01568" y="3611880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models for IoT/edge hardware changes decision boundaries. SHAP values computed before compression become inaccurate.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08776" y="2953512"/>
            <a:ext cx="27889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3090672"/>
            <a:ext cx="411480" cy="41148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48856" y="311810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45936" y="3611880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patterns evolve. Models retrained yearly but XAI explanations change semantics — analysts' mental models become outdated.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field is heading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6400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61872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0789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Natural Language Explanations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389888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SHAP bar charts, GPT-class models write plain English explanations: 'Flagged due to SSH brute force — port 22, 5000 packets/s.'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11680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8600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860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2103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+ XAI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414016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organisations train on private data without sharing it. Explaining a federated model — trained on 50 unseen datasets — is an open problem.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85039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35808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10128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1012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4440" y="31272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XAI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438144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measures correlation. Future methods will measure causation — not just 'port 22 co-occurs with attacks' but 'port 22 CAUSES this attack pattern.'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059936"/>
            <a:ext cx="85039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059936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34256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3425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34440" y="41513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Network Readiness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46227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expected ~2030. Even higher speeds, AI-native architecture, more encryption. IDS and XAI frameworks need to be redesigned from scratch for 6G.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508760" cy="914400"/>
          </a:xfrm>
          <a:prstGeom prst="rect">
            <a:avLst/>
          </a:prstGeom>
          <a:solidFill>
            <a:srgbClr val="E53E3E">
              <a:alpha val="30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attack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21031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12070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39112" y="914400"/>
            <a:ext cx="1508760" cy="91440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91440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ML-IDS achieves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1371600"/>
            <a:ext cx="21031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2070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58184" y="914400"/>
            <a:ext cx="1508760" cy="91440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91440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66944" y="1371600"/>
            <a:ext cx="21031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12070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77256" y="914400"/>
            <a:ext cx="1508760" cy="91440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91440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bridges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86016" y="1371600"/>
            <a:ext cx="21031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58584" y="12070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96328" y="914400"/>
            <a:ext cx="1508760" cy="914400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96328" y="91440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environments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new methods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103120"/>
            <a:ext cx="36576" cy="4206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0116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are the dominant XAI methods — SHAP for trees (global), LIME for single alerts (local)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0040" y="2779776"/>
            <a:ext cx="36576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68833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SA-DNN (IoT), HED-ID (edge), CNN+MoE (5G) represent the cutting edge of deployment-aware IDS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040" y="3456432"/>
            <a:ext cx="3657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6499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XAI, adversarial robustness &amp; evaluation benchmarks are the top unsolved challenges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0040" y="4133088"/>
            <a:ext cx="3657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4164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LLM-powered explanations, causal XAI, and 6G-ready architectures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0040" y="46817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6817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in Intrusion Detection Systems</dc:title>
  <dc:subject>PptxGenJS Presentation</dc:subject>
  <dc:creator>PptxGenJS</dc:creator>
  <cp:lastModifiedBy>PptxGenJS</cp:lastModifiedBy>
  <cp:revision>1</cp:revision>
  <dcterms:created xsi:type="dcterms:W3CDTF">2026-04-26T04:13:39Z</dcterms:created>
  <dcterms:modified xsi:type="dcterms:W3CDTF">2026-04-26T04:13:39Z</dcterms:modified>
</cp:coreProperties>
</file>