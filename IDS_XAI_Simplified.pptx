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"/>
            <a:ext cx="54864" cy="5102352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731520"/>
            <a:ext cx="2926080" cy="29260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1645920"/>
            <a:ext cx="1828800" cy="18288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Artificial Intelligence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Intrusion Detection Systems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Survey and Future Directions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1097280" cy="246888"/>
          </a:xfrm>
          <a:prstGeom prst="roundRect">
            <a:avLst>
              <a:gd name="adj" fmla="val 22222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92608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00200" y="2926080"/>
            <a:ext cx="1097280" cy="246888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0200" y="292608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34640" y="2926080"/>
            <a:ext cx="1371600" cy="246888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292608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43400" y="2926080"/>
            <a:ext cx="1097280" cy="246888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292608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/ IoT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2926080"/>
            <a:ext cx="1371600" cy="246888"/>
          </a:xfrm>
          <a:prstGeom prst="roundRect">
            <a:avLst>
              <a:gd name="adj" fmla="val 22222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292608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&amp; 6G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703320"/>
            <a:ext cx="502920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673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Roumaisa Tanveer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407822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BITF22M033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3342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Technology, University of the Punjab, Lahore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IDS needs Explainable AI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397764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54864" cy="3566160"/>
          </a:xfrm>
          <a:prstGeom prst="rect">
            <a:avLst/>
          </a:prstGeom>
          <a:solidFill>
            <a:srgbClr val="E53E3E"/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attacks are getting smarter and more frequent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security systems (IDS) are very accurate — over 99% on test data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these AI models are like black boxes — we don't know how they make decisions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 can't ask the system WHY it flagged certain traffic as dangerous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it hard to trust, investigate, or explain alerts to others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605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960120"/>
            <a:ext cx="54864" cy="3566160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78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XAI SOLUTION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makes AI decisions easy to understand — in plain language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security teams trust the system and quickly find what went wrong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different networks — regular internet, IoT devices, 5G/6G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SHAP &amp; LIME show which network features triggered each alert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Attention-based models highlight which parts of traffic they focused 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1830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paper: (1) Organizes XAI methods for IDS   (2) Compares AI models that use XAI   (3) Highlights gaps and future research ideas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Intrusion Detection Systems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paradigms — how networks are monitored for attacks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4320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2743200" cy="438912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" y="1490472"/>
            <a:ext cx="248716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attacks by matching known attack patterns (like a list of known viruses).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gives false alarms.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detect new or unknown attacks.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18688" y="960120"/>
            <a:ext cx="274320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18688" y="960120"/>
            <a:ext cx="2743200" cy="438912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8688" y="9601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Anomaly-Based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46704" y="1490472"/>
            <a:ext cx="248716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AI to learn what normal traffic looks like, then flags anything unusual.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at catching new, unknown attacks.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raise more false alarms.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08192" y="960120"/>
            <a:ext cx="274320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08192" y="960120"/>
            <a:ext cx="2743200" cy="438912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9601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36208" y="1490472"/>
            <a:ext cx="248716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both methods together.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the best of both — catches more attacks with fewer false alarms.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most real-world security systems today.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0040" y="4407408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DATASETS USED IN SURVEYED PAPERS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4663440"/>
            <a:ext cx="1353312" cy="246888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663440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KDD Cup 99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01368" y="4663440"/>
            <a:ext cx="1353312" cy="246888"/>
          </a:xfrm>
          <a:prstGeom prst="roundRect">
            <a:avLst>
              <a:gd name="adj" fmla="val 22222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01368" y="4663440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NSL-KDD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82696" y="4663440"/>
            <a:ext cx="1353312" cy="246888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82696" y="4663440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CICIDS-2017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64024" y="4663440"/>
            <a:ext cx="1353312" cy="246888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64024" y="4663440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UNSW-NB15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45352" y="4663440"/>
            <a:ext cx="1353312" cy="246888"/>
          </a:xfrm>
          <a:prstGeom prst="roundRect">
            <a:avLst>
              <a:gd name="adj" fmla="val 22222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4663440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ToN-IoT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26680" y="4663440"/>
            <a:ext cx="1353312" cy="246888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26680" y="4663440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5G-NIDD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of XAI Techniques for IDS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methods are compared on 5 key features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1627632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explain the whole model or just one decision?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75104" y="960120"/>
            <a:ext cx="1627632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48256" y="1005840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Dependency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48256" y="1261872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work with any AI model or only one type?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49040" y="960120"/>
            <a:ext cx="1627632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22192" y="1005840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22192" y="1261872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show the explanation?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22976" y="960120"/>
            <a:ext cx="1627632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96128" y="1005840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96128" y="1261872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extra computing power does it need?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96912" y="960120"/>
            <a:ext cx="1627632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70064" y="1005840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Phase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70064" y="1261872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the process is it used?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01168" y="1938528"/>
            <a:ext cx="2084832" cy="1298448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" y="1938528"/>
            <a:ext cx="2084832" cy="274320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956816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2258568"/>
            <a:ext cx="1975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overall model and single decisions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features added/reduced risk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during detection and investigation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version (TreeSHAP) works well with common IDS models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32304" y="1938528"/>
            <a:ext cx="2084832" cy="1298448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32304" y="1938528"/>
            <a:ext cx="2084832" cy="274320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05456" y="1956816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05456" y="2258568"/>
            <a:ext cx="1975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one decision at a time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simple model to explain the complex 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quickly review alerts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simple explanation around each flagged event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1938528"/>
            <a:ext cx="2084832" cy="1298448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1938528"/>
            <a:ext cx="2084832" cy="274320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1956816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Maps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36592" y="2258568"/>
            <a:ext cx="1975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both single and overall explanations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inputs the model paid most attention 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during live detection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the model — no extra work needed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94576" y="1938528"/>
            <a:ext cx="2084832" cy="1298448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94576" y="1938528"/>
            <a:ext cx="2084832" cy="274320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7728" y="1956816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Extraction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67728" y="2258568"/>
            <a:ext cx="1975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the whole model behavior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simple rules like IF port=22 THEN suspicious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investigate after an attack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Easy-to-read rules — useful for reports and legal purposes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01168" y="3401568"/>
            <a:ext cx="2084832" cy="1298448"/>
          </a:xfrm>
          <a:prstGeom prst="rect">
            <a:avLst/>
          </a:prstGeom>
          <a:solidFill>
            <a:srgbClr val="111827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1168" y="3401568"/>
            <a:ext cx="2084832" cy="274320"/>
          </a:xfrm>
          <a:prstGeom prst="rect">
            <a:avLst/>
          </a:prstGeom>
          <a:solidFill>
            <a:srgbClr val="F472B6"/>
          </a:solidFill>
          <a:ln w="6350">
            <a:solidFill>
              <a:srgbClr val="F472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419856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4320" y="3721608"/>
            <a:ext cx="1975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Local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important areas as a colored map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during live detection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which features mattered most — easy to see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32304" y="3401568"/>
            <a:ext cx="2084832" cy="1298448"/>
          </a:xfrm>
          <a:prstGeom prst="rect">
            <a:avLst/>
          </a:prstGeom>
          <a:solidFill>
            <a:srgbClr val="11182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32304" y="3401568"/>
            <a:ext cx="2084832" cy="274320"/>
          </a:xfrm>
          <a:prstGeom prst="rect">
            <a:avLst/>
          </a:prstGeom>
          <a:solidFill>
            <a:srgbClr val="34D399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05456" y="3419856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Gradients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505456" y="3721608"/>
            <a:ext cx="1975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Local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features caused the decision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during live detection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fair way to explain deep learning decisions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3401568"/>
            <a:ext cx="2084832" cy="1298448"/>
          </a:xfrm>
          <a:prstGeom prst="rect">
            <a:avLst/>
          </a:prstGeom>
          <a:solidFill>
            <a:srgbClr val="111827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3401568"/>
            <a:ext cx="2084832" cy="274320"/>
          </a:xfrm>
          <a:prstGeom prst="rect">
            <a:avLst/>
          </a:prstGeom>
          <a:solidFill>
            <a:srgbClr val="FB923C"/>
          </a:solidFill>
          <a:ln w="6350">
            <a:solidFill>
              <a:srgbClr val="FB92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36592" y="3419856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736592" y="3721608"/>
            <a:ext cx="1975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Local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what would need to change to get a different result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investigate after an attack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 what small change would flip this from attack to normal?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Methodologies: SHAP &amp; LIME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most popular tools for explaining IDS decisions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02336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54864" cy="3931920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— SHapley Additive exPlanations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370332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 math concept from game theory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how much each network feature (like port, duration) contributed to the alert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accurate explanations for each individual decision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version works well for large volumes of network traffic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shows which features matter most overall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Local: explains why one specific connection was flagged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popular XAI tool used in research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960120"/>
            <a:ext cx="54864" cy="3931920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515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— Local Interpretable Model-Agnostic Explanations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444752"/>
            <a:ext cx="379476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simple explanation for each individual alert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simple, readable model focused on the flagged event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less precise than SHAP, but much easier to read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analysts exactly why a network connection was marked as an attack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security teams quickly investigate and respond to alerts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AI model — very flexible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quickly reviewing alerts one by one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Methodologies: Attention &amp; Mixture of Experts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explanations for IoT and 5G network security systems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02336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54864" cy="3931920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Mechanisms (IoT IDS)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370332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 a sequence of network packets and decides which ones are most important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detect patterns that span many packets over time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naturally shows what it focused on — no extra step needed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IoT devices: combining attention maps with SHAP/LIME gives two layers of explanation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both which features and which time periods were suspicious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[6]: This model scored 98–99% accuracy on three popular IoT attack datasets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960120"/>
            <a:ext cx="54864" cy="3931920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515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Mixture of Experts (5G IDS)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444752"/>
            <a:ext cx="379476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 security system using this design for 5G networks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data is reorganized so a visual AI (CNN) can process it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routes each attack type to a specialized expert AI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most relevant experts turn on for each sample — saves computing power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expert activates tells you what type of attack it is — naturally explainable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99.96% accuracy on 5G-NIDD dataset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tested on NANCY dataset (O-RAN 5G Testbed): 79.59% accuracy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— 10 Key References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broad XAI-cybersecurity surveys to cutting-edge 5G architectures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" y="960120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960120"/>
            <a:ext cx="1682496" cy="274320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" y="99669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" y="996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1005840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Capuano et al.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9456" y="1289304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" y="1289304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19456" y="1508760"/>
            <a:ext cx="15727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XAI-cybersecurity papers. SHAP &amp; LIME dominate post-hoc methods. IEEE Access 2022.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20240" y="960120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960120"/>
            <a:ext cx="1682496" cy="274320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65960" y="99669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996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212848" y="1005840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Rjoub et al.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975104" y="1289304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75104" y="1289304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975104" y="1508760"/>
            <a:ext cx="15727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classification of network threats &amp; XAI methods. IEEE Trans. Net. Svc. Mgmt 2023.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75888" y="960120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75888" y="960120"/>
            <a:ext cx="1682496" cy="274320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21608" y="99669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21608" y="996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968496" y="1005840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Mohale &amp; Obagbuwa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730752" y="1289304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30752" y="1289304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 Review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730752" y="1508760"/>
            <a:ext cx="15727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 of XAI in IDS. Lab-to-deployment gap identified. Frontiers AI 2025.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31536" y="960120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31536" y="960120"/>
            <a:ext cx="1682496" cy="274320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77256" y="99669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77256" y="996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724144" y="1005840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Mohale &amp; Obagbuwa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86400" y="1289304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1289304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486400" y="1508760"/>
            <a:ext cx="15727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ML-IDS benchmarked on UNSW-NB15 with SHAP, LIME &amp; other XAI tools. Frontiers CS 2025.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187184" y="960120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87184" y="960120"/>
            <a:ext cx="1682496" cy="274320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32904" y="99669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32904" y="996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479792" y="1005840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Obagbuwa et al.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242048" y="1289304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42048" y="1289304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XAI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242048" y="1508760"/>
            <a:ext cx="15727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on CICIDS-2017. SHAP identifies port, flow duration &amp; packet length as top features. IJISP 2026.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64592" y="2624328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4592" y="2624328"/>
            <a:ext cx="1682496" cy="274320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0312" y="266090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0312" y="2660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57200" y="2670048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Jayaprakash et al.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19456" y="2953512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9456" y="2953512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SA-DNN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19456" y="3172968"/>
            <a:ext cx="15727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DNN + learnable feature gating for IoT IDS. SHAP+LIME. 98–99% accuracy. Sci Reports 2025.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920240" y="2624328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20240" y="2624328"/>
            <a:ext cx="1682496" cy="274320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65960" y="266090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965960" y="2660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212848" y="2670048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Badri et al.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975104" y="2953512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975104" y="2953512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IDS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975104" y="3172968"/>
            <a:ext cx="15727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HED-ID: Stacked BiGRU + Grey Wolf Optimization. 18–22ms latency, 92–115MB RAM. Sci Reports 2025.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675888" y="2624328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675888" y="2624328"/>
            <a:ext cx="1682496" cy="274320"/>
          </a:xfrm>
          <a:prstGeom prst="rect">
            <a:avLst/>
          </a:prstGeom>
          <a:solidFill>
            <a:srgbClr val="F472B6"/>
          </a:solidFill>
          <a:ln w="6350">
            <a:solidFill>
              <a:srgbClr val="F472B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721608" y="2660904"/>
            <a:ext cx="201168" cy="20116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721608" y="2660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968496" y="2670048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Ilias et al.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730752" y="2953512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F472B6">
              <a:alpha val="7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30752" y="2953512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MoE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3730752" y="3172968"/>
            <a:ext cx="15727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sparse MoE for 5G IDS. 99.96% on 5G-NIDD, 79.59% on NANCY dataset. arXiv 2024.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5431536" y="2624328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31536" y="2624328"/>
            <a:ext cx="1682496" cy="274320"/>
          </a:xfrm>
          <a:prstGeom prst="rect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77256" y="2660904"/>
            <a:ext cx="201168" cy="20116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77256" y="2660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5724144" y="2670048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Elmrabit et al.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486400" y="2953512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94A3B8">
              <a:alpha val="7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486400" y="2953512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5486400" y="3172968"/>
            <a:ext cx="15727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evaluation of ML algorithms for anomaly detection. Strong IDS baseline. IEEE Cyber Security 2020.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7187184" y="2624328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187184" y="2624328"/>
            <a:ext cx="1682496" cy="274320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232904" y="2660904"/>
            <a:ext cx="201168" cy="20116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232904" y="2660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7479792" y="2670048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Grabowski &amp; Xu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7242048" y="2953512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242048" y="2953512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7242048" y="3172968"/>
            <a:ext cx="15727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XGBoost with dual SHAP+LIME on NSL-KDD &amp; UNSW-NB15. Near-99% + analyst platform. J. Cybersec. Edu. 2025.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XAI-enabled IDS consistently achieve 97–99%+ across benchmark datasets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92024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7899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95728" y="1005840"/>
            <a:ext cx="192024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95728" y="107899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99.96%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395728" y="160020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 — 5G-NIDD (MoE)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005840"/>
            <a:ext cx="192024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07899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480560" y="160020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SA-DNN on UNSW-NB15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65392" y="1005840"/>
            <a:ext cx="192024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107899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18ms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565392" y="160020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IDS inference latency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212848"/>
          <a:ext cx="8503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  <a:gridCol w="1645920"/>
                <a:gridCol w="10972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XAI 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+ XGBoost [4,10]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+ LIME (dual)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NSL-KDD, UNSW-NB15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faithful, analyst-ready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[5]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CICIDS-2017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features: port, duration, pkt len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SA-DNN + LFG [6]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+ LIME + Attn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BoT-IoT, N-BaIoT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99.3–99.6%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Dual-mode XAI, IoT-optimised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HED-ID (S-BiGRU) [7]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CICIDS-2017, UNSW-NB15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Edge-deployable, 18–22ms, 92–115MB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MoE [8]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routing + SHAP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5G-NIDD, NANCY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99.96%, 79.59%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5G MoE IDS, sparse routing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Challenges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field has NOT yet solved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88920" cy="1865376"/>
          </a:xfrm>
          <a:prstGeom prst="rect">
            <a:avLst/>
          </a:prstGeom>
          <a:solidFill>
            <a:srgbClr val="111827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" y="1078992"/>
            <a:ext cx="402336" cy="402336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078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41832" y="1106424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Explainability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48056" y="1600200"/>
            <a:ext cx="257860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explanations takes time, but in live networks we need instant results. Faster XAI tools are still needed.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960120"/>
            <a:ext cx="2788920" cy="1865376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92424" y="1078992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2424" y="1078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86200" y="1106424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Robustness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92424" y="1600200"/>
            <a:ext cx="257860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can trick the AI into giving wrong explanations without changing its final decision. Tamper-proof XAI is still unsolved.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08776" y="960120"/>
            <a:ext cx="2788920" cy="1865376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36792" y="1078992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1078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30568" y="1106424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Evaluation Benchmarks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36792" y="1600200"/>
            <a:ext cx="257860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agreed standard for measuring how good an explanation is. Different research uses different methods, making comparison hard.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990088"/>
            <a:ext cx="2788920" cy="1865376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" y="3108960"/>
            <a:ext cx="402336" cy="40233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1832" y="313639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for 5G/6G &amp; Encrypted Traffic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48056" y="3630168"/>
            <a:ext cx="257860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encrypted traffic (like HTTPS) hides most details. XAI tools that work with limited info are still being developed.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64408" y="2990088"/>
            <a:ext cx="2788920" cy="1865376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92424" y="3108960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92424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86200" y="313639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&amp; Privacy-Preserving XAI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92424" y="3630168"/>
            <a:ext cx="257860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private network data can be a privacy risk. IDS systems that learn without sharing raw data are still largely unexplored.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08776" y="2990088"/>
            <a:ext cx="2788920" cy="1865376"/>
          </a:xfrm>
          <a:prstGeom prst="rect">
            <a:avLst/>
          </a:prstGeom>
          <a:solidFill>
            <a:srgbClr val="111827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36792" y="3108960"/>
            <a:ext cx="402336" cy="40233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36792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30568" y="313639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Shift &amp; Concept Drift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336792" y="3630168"/>
            <a:ext cx="257860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patterns change over time, and the AI can silently get worse. XAI needs to alert analysts when its explanations stop being reliable.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 Directions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trustworthy IDS needs to go next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54864" cy="932688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9304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93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70432" y="1078992"/>
            <a:ext cx="7571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Natural Language Explanations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1389888"/>
            <a:ext cx="7571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SHAP bar charts with GPT-class models that write plain English incident summaries: 'Flagged due to SSH brute force — port 22, 5000 packets/s, 0.2s duration.' Bridges gap between technical XAI output and analyst comprehension.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011680"/>
            <a:ext cx="8503920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011680"/>
            <a:ext cx="54864" cy="932688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13432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7C3AED">
              <a:alpha val="6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134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70432" y="2103120"/>
            <a:ext cx="7571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&amp; Privacy-Preserving XAI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70432" y="2414016"/>
            <a:ext cx="7571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organizations can train a shared AI without sharing their private data. Making XAI work across these distributed models is a major challenge.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035808"/>
            <a:ext cx="8503920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035808"/>
            <a:ext cx="54864" cy="932688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37560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375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70432" y="3127248"/>
            <a:ext cx="7571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XAI for IDS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3438144"/>
            <a:ext cx="7571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SHAP measures statistical correlation. Future methods should establish causation — not just 'port 22 co-occurs with attacks' but 'port 22 CAUSES this attack pattern.' Causal inference methods are the next frontier.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4059936"/>
            <a:ext cx="8503920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059936"/>
            <a:ext cx="54864" cy="932688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361688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6168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70432" y="4151376"/>
            <a:ext cx="7571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6G/NextG Network Readiness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70432" y="4462272"/>
            <a:ext cx="7571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networks will be much faster and more complex. Security systems and their explanations need to be completely redesigned to keep up.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1536192" cy="841248"/>
          </a:xfrm>
          <a:prstGeom prst="rect">
            <a:avLst/>
          </a:prstGeom>
          <a:solidFill>
            <a:srgbClr val="E53E3E"/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1536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attack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1051560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39112" y="804672"/>
            <a:ext cx="1536192" cy="841248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39112" y="804672"/>
            <a:ext cx="1536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ML-IDS: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99%+ accuracy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75304" y="1051560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58184" y="804672"/>
            <a:ext cx="1536192" cy="841248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58184" y="804672"/>
            <a:ext cx="1536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 =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94376" y="1051560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77256" y="804672"/>
            <a:ext cx="1536192" cy="841248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77256" y="804672"/>
            <a:ext cx="1536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bridges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13448" y="1051560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96328" y="804672"/>
            <a:ext cx="1536192" cy="841248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96328" y="804672"/>
            <a:ext cx="1536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environments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new methods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1975104"/>
            <a:ext cx="36576" cy="411480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1883664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makes IDS much more useful in real life without reducing accuracy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0040" y="2651760"/>
            <a:ext cx="36576" cy="411480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5603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and LIME are the top tools — SHAP for deep analysis, LIME for quick alert review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0040" y="3328416"/>
            <a:ext cx="36576" cy="411480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236976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specialized AI models are being built for IoT, edge computing, and 5G networks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20040" y="4005072"/>
            <a:ext cx="36576" cy="411480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1363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unsolved problems are: speed, security, standardization, and 6G readiness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20040" y="47365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Roumaisa Tanveer  |  BITF22M033  |  Dept. of IT, University of the Punjab, Lahore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AI in IDS: A Comprehensive Survey</dc:title>
  <dc:subject>PptxGenJS Presentation</dc:subject>
  <dc:creator>PptxGenJS</dc:creator>
  <cp:lastModifiedBy>PptxGenJS</cp:lastModifiedBy>
  <cp:revision>1</cp:revision>
  <dcterms:created xsi:type="dcterms:W3CDTF">2026-04-26T09:03:34Z</dcterms:created>
  <dcterms:modified xsi:type="dcterms:W3CDTF">2026-04-26T09:03:34Z</dcterms:modified>
</cp:coreProperties>
</file>